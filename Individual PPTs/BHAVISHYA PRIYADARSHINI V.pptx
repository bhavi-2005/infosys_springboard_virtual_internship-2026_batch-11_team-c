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61" r:id="rId7"/>
    <p:sldId id="286" r:id="rId8"/>
    <p:sldId id="257" r:id="rId9"/>
    <p:sldId id="260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ishya Priyadarshini V" userId="103a18ba322f0770" providerId="LiveId" clId="{CA89145A-1C2D-4690-A201-29A3F7A720C7}"/>
    <pc:docChg chg="custSel modSld">
      <pc:chgData name="Bhavishya Priyadarshini V" userId="103a18ba322f0770" providerId="LiveId" clId="{CA89145A-1C2D-4690-A201-29A3F7A720C7}" dt="2026-02-10T13:16:23.803" v="27" actId="1076"/>
      <pc:docMkLst>
        <pc:docMk/>
      </pc:docMkLst>
      <pc:sldChg chg="modSp mod">
        <pc:chgData name="Bhavishya Priyadarshini V" userId="103a18ba322f0770" providerId="LiveId" clId="{CA89145A-1C2D-4690-A201-29A3F7A720C7}" dt="2026-02-10T13:16:23.803" v="27" actId="1076"/>
        <pc:sldMkLst>
          <pc:docMk/>
          <pc:sldMk cId="3946934594" sldId="256"/>
        </pc:sldMkLst>
        <pc:spChg chg="mod">
          <ac:chgData name="Bhavishya Priyadarshini V" userId="103a18ba322f0770" providerId="LiveId" clId="{CA89145A-1C2D-4690-A201-29A3F7A720C7}" dt="2026-02-10T13:16:04.590" v="24" actId="1076"/>
          <ac:spMkLst>
            <pc:docMk/>
            <pc:sldMk cId="3946934594" sldId="256"/>
            <ac:spMk id="2" creationId="{632BE5BF-9922-45FB-8F3F-4446D40A051B}"/>
          </ac:spMkLst>
        </pc:spChg>
        <pc:spChg chg="mod">
          <ac:chgData name="Bhavishya Priyadarshini V" userId="103a18ba322f0770" providerId="LiveId" clId="{CA89145A-1C2D-4690-A201-29A3F7A720C7}" dt="2026-02-10T13:16:23.803" v="27" actId="1076"/>
          <ac:spMkLst>
            <pc:docMk/>
            <pc:sldMk cId="3946934594" sldId="256"/>
            <ac:spMk id="3" creationId="{0D537F64-4C96-4AA8-BB21-E8053A3186DD}"/>
          </ac:spMkLst>
        </pc:spChg>
      </pc:sldChg>
      <pc:sldChg chg="modSp mod">
        <pc:chgData name="Bhavishya Priyadarshini V" userId="103a18ba322f0770" providerId="LiveId" clId="{CA89145A-1C2D-4690-A201-29A3F7A720C7}" dt="2026-02-10T12:28:27.209" v="3" actId="1076"/>
        <pc:sldMkLst>
          <pc:docMk/>
          <pc:sldMk cId="3733486012" sldId="258"/>
        </pc:sldMkLst>
        <pc:spChg chg="mod">
          <ac:chgData name="Bhavishya Priyadarshini V" userId="103a18ba322f0770" providerId="LiveId" clId="{CA89145A-1C2D-4690-A201-29A3F7A720C7}" dt="2026-02-10T12:27:58.091" v="1" actId="1076"/>
          <ac:spMkLst>
            <pc:docMk/>
            <pc:sldMk cId="3733486012" sldId="258"/>
            <ac:spMk id="7" creationId="{7875C19A-1AAE-476A-A316-A2CF92D763D3}"/>
          </ac:spMkLst>
        </pc:spChg>
        <pc:spChg chg="mod">
          <ac:chgData name="Bhavishya Priyadarshini V" userId="103a18ba322f0770" providerId="LiveId" clId="{CA89145A-1C2D-4690-A201-29A3F7A720C7}" dt="2026-02-10T12:28:27.209" v="3" actId="1076"/>
          <ac:spMkLst>
            <pc:docMk/>
            <pc:sldMk cId="3733486012" sldId="258"/>
            <ac:spMk id="10" creationId="{EF2BC084-E6DB-4DE7-B309-042A85EBA700}"/>
          </ac:spMkLst>
        </pc:spChg>
      </pc:sldChg>
      <pc:sldChg chg="modSp mod">
        <pc:chgData name="Bhavishya Priyadarshini V" userId="103a18ba322f0770" providerId="LiveId" clId="{CA89145A-1C2D-4690-A201-29A3F7A720C7}" dt="2026-02-10T12:28:53.504" v="5" actId="1076"/>
        <pc:sldMkLst>
          <pc:docMk/>
          <pc:sldMk cId="769392715" sldId="286"/>
        </pc:sldMkLst>
        <pc:spChg chg="mod">
          <ac:chgData name="Bhavishya Priyadarshini V" userId="103a18ba322f0770" providerId="LiveId" clId="{CA89145A-1C2D-4690-A201-29A3F7A720C7}" dt="2026-02-10T12:28:41.477" v="4" actId="1076"/>
          <ac:spMkLst>
            <pc:docMk/>
            <pc:sldMk cId="769392715" sldId="286"/>
            <ac:spMk id="7" creationId="{7A682D87-CD55-8BC6-CA59-1072218F24BE}"/>
          </ac:spMkLst>
        </pc:spChg>
        <pc:spChg chg="mod">
          <ac:chgData name="Bhavishya Priyadarshini V" userId="103a18ba322f0770" providerId="LiveId" clId="{CA89145A-1C2D-4690-A201-29A3F7A720C7}" dt="2026-02-10T12:28:53.504" v="5" actId="1076"/>
          <ac:spMkLst>
            <pc:docMk/>
            <pc:sldMk cId="769392715" sldId="286"/>
            <ac:spMk id="10" creationId="{EF08E691-DD0A-DF2E-9E1F-B91B12CDBEB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F88438-5E14-435E-ABF6-1815CFC5DFF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8A212F8E-0A72-4499-B706-8D57BEBF80B5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</a:rPr>
            <a:t>Raw Data</a:t>
          </a:r>
        </a:p>
      </dgm:t>
    </dgm:pt>
    <dgm:pt modelId="{5C8F4C5B-856A-4946-AA7B-874899A45427}" type="parTrans" cxnId="{6145D394-5D5E-4A7A-A44E-736CE92CB61A}">
      <dgm:prSet/>
      <dgm:spPr/>
      <dgm:t>
        <a:bodyPr/>
        <a:lstStyle/>
        <a:p>
          <a:endParaRPr lang="en-US"/>
        </a:p>
      </dgm:t>
    </dgm:pt>
    <dgm:pt modelId="{4887FFF1-008A-42DC-9896-7ED53F4C6142}" type="sibTrans" cxnId="{6145D394-5D5E-4A7A-A44E-736CE92CB61A}">
      <dgm:prSet/>
      <dgm:spPr/>
      <dgm:t>
        <a:bodyPr/>
        <a:lstStyle/>
        <a:p>
          <a:endParaRPr lang="en-US"/>
        </a:p>
      </dgm:t>
    </dgm:pt>
    <dgm:pt modelId="{1CDBA12A-04D8-40E7-AC57-D6646CFB4D06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</a:rPr>
            <a:t>Data Cleaning</a:t>
          </a:r>
        </a:p>
      </dgm:t>
    </dgm:pt>
    <dgm:pt modelId="{A30DCF74-FBF5-4F2F-B261-8F9124975FC9}" type="parTrans" cxnId="{ACB0AD03-4597-4662-98D9-23CCB30974E2}">
      <dgm:prSet/>
      <dgm:spPr/>
      <dgm:t>
        <a:bodyPr/>
        <a:lstStyle/>
        <a:p>
          <a:endParaRPr lang="en-US"/>
        </a:p>
      </dgm:t>
    </dgm:pt>
    <dgm:pt modelId="{09D38735-8726-444F-BD85-B75B8617FADD}" type="sibTrans" cxnId="{ACB0AD03-4597-4662-98D9-23CCB30974E2}">
      <dgm:prSet/>
      <dgm:spPr/>
      <dgm:t>
        <a:bodyPr/>
        <a:lstStyle/>
        <a:p>
          <a:endParaRPr lang="en-US"/>
        </a:p>
      </dgm:t>
    </dgm:pt>
    <dgm:pt modelId="{4EF80279-99C4-4C8C-A490-0F9AAAE929E1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</a:rPr>
            <a:t>Data Modeling</a:t>
          </a:r>
        </a:p>
      </dgm:t>
    </dgm:pt>
    <dgm:pt modelId="{64C3120C-BD0A-40DE-A203-8780C3011222}" type="parTrans" cxnId="{8F5F0D35-4779-40E3-B6B6-B11D124DA51E}">
      <dgm:prSet/>
      <dgm:spPr/>
      <dgm:t>
        <a:bodyPr/>
        <a:lstStyle/>
        <a:p>
          <a:endParaRPr lang="en-US"/>
        </a:p>
      </dgm:t>
    </dgm:pt>
    <dgm:pt modelId="{25523CFC-0A27-410D-90B3-0CB584873542}" type="sibTrans" cxnId="{8F5F0D35-4779-40E3-B6B6-B11D124DA51E}">
      <dgm:prSet/>
      <dgm:spPr/>
      <dgm:t>
        <a:bodyPr/>
        <a:lstStyle/>
        <a:p>
          <a:endParaRPr lang="en-US"/>
        </a:p>
      </dgm:t>
    </dgm:pt>
    <dgm:pt modelId="{91DAC073-E478-42CC-B7AF-52E2DA8747A6}">
      <dgm:prSet/>
      <dgm:spPr/>
      <dgm:t>
        <a:bodyPr/>
        <a:lstStyle/>
        <a:p>
          <a:endParaRPr lang="en-US"/>
        </a:p>
      </dgm:t>
    </dgm:pt>
    <dgm:pt modelId="{C364E713-4127-46E1-AC8A-D4B5B81C7631}" type="parTrans" cxnId="{175CD72B-C943-4CB2-8B09-30465BADD137}">
      <dgm:prSet/>
      <dgm:spPr/>
      <dgm:t>
        <a:bodyPr/>
        <a:lstStyle/>
        <a:p>
          <a:endParaRPr lang="en-US"/>
        </a:p>
      </dgm:t>
    </dgm:pt>
    <dgm:pt modelId="{62B21E13-1492-4676-B57D-1CF16E35F226}" type="sibTrans" cxnId="{175CD72B-C943-4CB2-8B09-30465BADD137}">
      <dgm:prSet/>
      <dgm:spPr/>
      <dgm:t>
        <a:bodyPr/>
        <a:lstStyle/>
        <a:p>
          <a:endParaRPr lang="en-US"/>
        </a:p>
      </dgm:t>
    </dgm:pt>
    <dgm:pt modelId="{885FAFFD-FB6C-4A06-A249-AD734680D118}">
      <dgm:prSet/>
      <dgm:spPr/>
      <dgm:t>
        <a:bodyPr/>
        <a:lstStyle/>
        <a:p>
          <a:endParaRPr lang="en-US"/>
        </a:p>
      </dgm:t>
    </dgm:pt>
    <dgm:pt modelId="{D2D80B7B-3DEB-4EF2-93E0-804901417E57}" type="parTrans" cxnId="{D96D632E-7FFF-4415-B8AF-AD06B0107AB2}">
      <dgm:prSet/>
      <dgm:spPr/>
      <dgm:t>
        <a:bodyPr/>
        <a:lstStyle/>
        <a:p>
          <a:endParaRPr lang="en-US"/>
        </a:p>
      </dgm:t>
    </dgm:pt>
    <dgm:pt modelId="{3BBBE234-1DEF-48D5-9E5A-270A24034235}" type="sibTrans" cxnId="{D96D632E-7FFF-4415-B8AF-AD06B0107AB2}">
      <dgm:prSet/>
      <dgm:spPr/>
      <dgm:t>
        <a:bodyPr/>
        <a:lstStyle/>
        <a:p>
          <a:endParaRPr lang="en-US"/>
        </a:p>
      </dgm:t>
    </dgm:pt>
    <dgm:pt modelId="{7A4585E8-3B12-48CB-B6BA-4CE8C7E1132D}" type="pres">
      <dgm:prSet presAssocID="{23F88438-5E14-435E-ABF6-1815CFC5DFF4}" presName="Name0" presStyleCnt="0">
        <dgm:presLayoutVars>
          <dgm:dir/>
          <dgm:animOne val="branch"/>
          <dgm:animLvl val="lvl"/>
        </dgm:presLayoutVars>
      </dgm:prSet>
      <dgm:spPr/>
    </dgm:pt>
    <dgm:pt modelId="{AF39AFE0-B574-4642-85D3-45A6AD0EAA09}" type="pres">
      <dgm:prSet presAssocID="{8A212F8E-0A72-4499-B706-8D57BEBF80B5}" presName="chaos" presStyleCnt="0"/>
      <dgm:spPr/>
    </dgm:pt>
    <dgm:pt modelId="{34DDC6DA-F182-476F-ADB9-F0F88D41B98F}" type="pres">
      <dgm:prSet presAssocID="{8A212F8E-0A72-4499-B706-8D57BEBF80B5}" presName="parTx1" presStyleLbl="revTx" presStyleIdx="0" presStyleCnt="4"/>
      <dgm:spPr/>
    </dgm:pt>
    <dgm:pt modelId="{1398F536-BCAB-4A95-A253-767D6DCF9336}" type="pres">
      <dgm:prSet presAssocID="{8A212F8E-0A72-4499-B706-8D57BEBF80B5}" presName="c1" presStyleLbl="node1" presStyleIdx="0" presStyleCnt="19"/>
      <dgm:spPr/>
    </dgm:pt>
    <dgm:pt modelId="{AFCC7A6D-7AB7-4F7E-8414-9846274AA75E}" type="pres">
      <dgm:prSet presAssocID="{8A212F8E-0A72-4499-B706-8D57BEBF80B5}" presName="c2" presStyleLbl="node1" presStyleIdx="1" presStyleCnt="19"/>
      <dgm:spPr/>
    </dgm:pt>
    <dgm:pt modelId="{96ECA1C8-1F5B-404F-A6DD-A49162B9E698}" type="pres">
      <dgm:prSet presAssocID="{8A212F8E-0A72-4499-B706-8D57BEBF80B5}" presName="c3" presStyleLbl="node1" presStyleIdx="2" presStyleCnt="19"/>
      <dgm:spPr/>
    </dgm:pt>
    <dgm:pt modelId="{28EB88B6-AC13-44F1-9496-836A50C0D8DF}" type="pres">
      <dgm:prSet presAssocID="{8A212F8E-0A72-4499-B706-8D57BEBF80B5}" presName="c4" presStyleLbl="node1" presStyleIdx="3" presStyleCnt="19"/>
      <dgm:spPr/>
    </dgm:pt>
    <dgm:pt modelId="{275651C5-ADBF-44B5-954B-8029D1A47059}" type="pres">
      <dgm:prSet presAssocID="{8A212F8E-0A72-4499-B706-8D57BEBF80B5}" presName="c5" presStyleLbl="node1" presStyleIdx="4" presStyleCnt="19"/>
      <dgm:spPr/>
    </dgm:pt>
    <dgm:pt modelId="{D818E1C8-6ECC-4A91-A291-6747566E1DD5}" type="pres">
      <dgm:prSet presAssocID="{8A212F8E-0A72-4499-B706-8D57BEBF80B5}" presName="c6" presStyleLbl="node1" presStyleIdx="5" presStyleCnt="19"/>
      <dgm:spPr/>
    </dgm:pt>
    <dgm:pt modelId="{0CE77549-2C00-4C50-B96D-610AA8E89A76}" type="pres">
      <dgm:prSet presAssocID="{8A212F8E-0A72-4499-B706-8D57BEBF80B5}" presName="c7" presStyleLbl="node1" presStyleIdx="6" presStyleCnt="19"/>
      <dgm:spPr/>
    </dgm:pt>
    <dgm:pt modelId="{851756AF-2482-4CCA-9A71-1AA5B30E64E9}" type="pres">
      <dgm:prSet presAssocID="{8A212F8E-0A72-4499-B706-8D57BEBF80B5}" presName="c8" presStyleLbl="node1" presStyleIdx="7" presStyleCnt="19"/>
      <dgm:spPr/>
    </dgm:pt>
    <dgm:pt modelId="{05A98292-ACD0-4973-9420-A6A5EEF90F96}" type="pres">
      <dgm:prSet presAssocID="{8A212F8E-0A72-4499-B706-8D57BEBF80B5}" presName="c9" presStyleLbl="node1" presStyleIdx="8" presStyleCnt="19"/>
      <dgm:spPr/>
    </dgm:pt>
    <dgm:pt modelId="{9185BC12-748F-45CE-931B-6564C4202DF3}" type="pres">
      <dgm:prSet presAssocID="{8A212F8E-0A72-4499-B706-8D57BEBF80B5}" presName="c10" presStyleLbl="node1" presStyleIdx="9" presStyleCnt="19"/>
      <dgm:spPr/>
    </dgm:pt>
    <dgm:pt modelId="{C8862811-687D-4A7F-8E11-E7A0E468C1EB}" type="pres">
      <dgm:prSet presAssocID="{8A212F8E-0A72-4499-B706-8D57BEBF80B5}" presName="c11" presStyleLbl="node1" presStyleIdx="10" presStyleCnt="19"/>
      <dgm:spPr/>
    </dgm:pt>
    <dgm:pt modelId="{8B37FE59-E449-497C-960C-E8167D375BB3}" type="pres">
      <dgm:prSet presAssocID="{8A212F8E-0A72-4499-B706-8D57BEBF80B5}" presName="c12" presStyleLbl="node1" presStyleIdx="11" presStyleCnt="19"/>
      <dgm:spPr/>
    </dgm:pt>
    <dgm:pt modelId="{D14D4853-C3EF-4379-A822-1B0519EA26D1}" type="pres">
      <dgm:prSet presAssocID="{8A212F8E-0A72-4499-B706-8D57BEBF80B5}" presName="c13" presStyleLbl="node1" presStyleIdx="12" presStyleCnt="19"/>
      <dgm:spPr/>
    </dgm:pt>
    <dgm:pt modelId="{FE6854B3-8F3E-427A-8FDC-D199B9C86B96}" type="pres">
      <dgm:prSet presAssocID="{8A212F8E-0A72-4499-B706-8D57BEBF80B5}" presName="c14" presStyleLbl="node1" presStyleIdx="13" presStyleCnt="19"/>
      <dgm:spPr/>
    </dgm:pt>
    <dgm:pt modelId="{96B71724-ECCD-4A5B-AE59-63DAC1130B1D}" type="pres">
      <dgm:prSet presAssocID="{8A212F8E-0A72-4499-B706-8D57BEBF80B5}" presName="c15" presStyleLbl="node1" presStyleIdx="14" presStyleCnt="19"/>
      <dgm:spPr/>
    </dgm:pt>
    <dgm:pt modelId="{5295CE43-9C73-403A-A8FA-4AC02E8E8831}" type="pres">
      <dgm:prSet presAssocID="{8A212F8E-0A72-4499-B706-8D57BEBF80B5}" presName="c16" presStyleLbl="node1" presStyleIdx="15" presStyleCnt="19"/>
      <dgm:spPr/>
    </dgm:pt>
    <dgm:pt modelId="{EDADA5F6-1919-41BB-A2DD-0106FCC1A88E}" type="pres">
      <dgm:prSet presAssocID="{8A212F8E-0A72-4499-B706-8D57BEBF80B5}" presName="c17" presStyleLbl="node1" presStyleIdx="16" presStyleCnt="19"/>
      <dgm:spPr/>
    </dgm:pt>
    <dgm:pt modelId="{8D9D4D5C-5917-4D2A-8082-710AD3F736EA}" type="pres">
      <dgm:prSet presAssocID="{8A212F8E-0A72-4499-B706-8D57BEBF80B5}" presName="c18" presStyleLbl="node1" presStyleIdx="17" presStyleCnt="19"/>
      <dgm:spPr/>
    </dgm:pt>
    <dgm:pt modelId="{C1C0725D-AB69-41D9-A6BC-ED36F34AC831}" type="pres">
      <dgm:prSet presAssocID="{4887FFF1-008A-42DC-9896-7ED53F4C6142}" presName="chevronComposite1" presStyleCnt="0"/>
      <dgm:spPr/>
    </dgm:pt>
    <dgm:pt modelId="{3B5E394D-2155-49A5-A83D-C2318D539CE5}" type="pres">
      <dgm:prSet presAssocID="{4887FFF1-008A-42DC-9896-7ED53F4C6142}" presName="chevron1" presStyleLbl="sibTrans2D1" presStyleIdx="0" presStyleCnt="4"/>
      <dgm:spPr/>
    </dgm:pt>
    <dgm:pt modelId="{58443356-6F01-44D5-8837-61326BE19140}" type="pres">
      <dgm:prSet presAssocID="{4887FFF1-008A-42DC-9896-7ED53F4C6142}" presName="spChevron1" presStyleCnt="0"/>
      <dgm:spPr/>
    </dgm:pt>
    <dgm:pt modelId="{9F3BC917-03A1-4E3A-952B-97C06BC5DAE8}" type="pres">
      <dgm:prSet presAssocID="{1CDBA12A-04D8-40E7-AC57-D6646CFB4D06}" presName="middle" presStyleCnt="0"/>
      <dgm:spPr/>
    </dgm:pt>
    <dgm:pt modelId="{476ED7F3-378B-468A-B6A0-9030AC093FBE}" type="pres">
      <dgm:prSet presAssocID="{1CDBA12A-04D8-40E7-AC57-D6646CFB4D06}" presName="parTxMid" presStyleLbl="revTx" presStyleIdx="1" presStyleCnt="4"/>
      <dgm:spPr/>
    </dgm:pt>
    <dgm:pt modelId="{5433CE25-2F0D-4766-A526-C43846A434EB}" type="pres">
      <dgm:prSet presAssocID="{1CDBA12A-04D8-40E7-AC57-D6646CFB4D06}" presName="spMid" presStyleCnt="0"/>
      <dgm:spPr/>
    </dgm:pt>
    <dgm:pt modelId="{8917D003-92D5-437A-99CC-92492298B322}" type="pres">
      <dgm:prSet presAssocID="{09D38735-8726-444F-BD85-B75B8617FADD}" presName="chevronComposite1" presStyleCnt="0"/>
      <dgm:spPr/>
    </dgm:pt>
    <dgm:pt modelId="{8BD5BF42-47B0-4809-A4FF-2C4420A039F4}" type="pres">
      <dgm:prSet presAssocID="{09D38735-8726-444F-BD85-B75B8617FADD}" presName="chevron1" presStyleLbl="sibTrans2D1" presStyleIdx="1" presStyleCnt="4"/>
      <dgm:spPr/>
    </dgm:pt>
    <dgm:pt modelId="{4B6C9F67-2339-4F4A-B6F1-FA5173A32D42}" type="pres">
      <dgm:prSet presAssocID="{09D38735-8726-444F-BD85-B75B8617FADD}" presName="spChevron1" presStyleCnt="0"/>
      <dgm:spPr/>
    </dgm:pt>
    <dgm:pt modelId="{8494EF98-229E-4727-A04E-7BF4B295D39A}" type="pres">
      <dgm:prSet presAssocID="{4EF80279-99C4-4C8C-A490-0F9AAAE929E1}" presName="middle" presStyleCnt="0"/>
      <dgm:spPr/>
    </dgm:pt>
    <dgm:pt modelId="{C96BFD19-F0AD-471A-B889-B25B8E4E186C}" type="pres">
      <dgm:prSet presAssocID="{4EF80279-99C4-4C8C-A490-0F9AAAE929E1}" presName="parTxMid" presStyleLbl="revTx" presStyleIdx="2" presStyleCnt="4"/>
      <dgm:spPr/>
    </dgm:pt>
    <dgm:pt modelId="{B19560D9-A8D3-4836-A1F5-B89E669D959C}" type="pres">
      <dgm:prSet presAssocID="{4EF80279-99C4-4C8C-A490-0F9AAAE929E1}" presName="spMid" presStyleCnt="0"/>
      <dgm:spPr/>
    </dgm:pt>
    <dgm:pt modelId="{FD62D3B6-F9C3-4490-8B74-91E0232F2B22}" type="pres">
      <dgm:prSet presAssocID="{25523CFC-0A27-410D-90B3-0CB584873542}" presName="chevronComposite1" presStyleCnt="0"/>
      <dgm:spPr/>
    </dgm:pt>
    <dgm:pt modelId="{76A5D420-846D-49A7-A046-8FCF0933A9A0}" type="pres">
      <dgm:prSet presAssocID="{25523CFC-0A27-410D-90B3-0CB584873542}" presName="chevron1" presStyleLbl="sibTrans2D1" presStyleIdx="2" presStyleCnt="4" custLinFactNeighborX="-28025" custLinFactNeighborY="3624"/>
      <dgm:spPr/>
    </dgm:pt>
    <dgm:pt modelId="{BCEFB49F-084C-4B60-93F5-7BDD13064301}" type="pres">
      <dgm:prSet presAssocID="{25523CFC-0A27-410D-90B3-0CB584873542}" presName="spChevron1" presStyleCnt="0"/>
      <dgm:spPr/>
    </dgm:pt>
    <dgm:pt modelId="{9BD3506E-72D4-4C96-B798-13AFE2840FE9}" type="pres">
      <dgm:prSet presAssocID="{91DAC073-E478-42CC-B7AF-52E2DA8747A6}" presName="middle" presStyleCnt="0"/>
      <dgm:spPr/>
    </dgm:pt>
    <dgm:pt modelId="{3B9EA949-0CD8-44C3-8F34-85A5353ED88F}" type="pres">
      <dgm:prSet presAssocID="{91DAC073-E478-42CC-B7AF-52E2DA8747A6}" presName="parTxMid" presStyleLbl="revTx" presStyleIdx="3" presStyleCnt="4"/>
      <dgm:spPr/>
    </dgm:pt>
    <dgm:pt modelId="{1D517849-3BE6-405D-8572-FFE3F88E5B19}" type="pres">
      <dgm:prSet presAssocID="{91DAC073-E478-42CC-B7AF-52E2DA8747A6}" presName="spMid" presStyleCnt="0"/>
      <dgm:spPr/>
    </dgm:pt>
    <dgm:pt modelId="{5603B1D7-D52B-49B8-820E-19FF8836B9BE}" type="pres">
      <dgm:prSet presAssocID="{62B21E13-1492-4676-B57D-1CF16E35F226}" presName="chevronComposite1" presStyleCnt="0"/>
      <dgm:spPr/>
    </dgm:pt>
    <dgm:pt modelId="{0347BAA8-7CBA-476F-9D25-08DB580149D9}" type="pres">
      <dgm:prSet presAssocID="{62B21E13-1492-4676-B57D-1CF16E35F226}" presName="chevron1" presStyleLbl="sibTrans2D1" presStyleIdx="3" presStyleCnt="4"/>
      <dgm:spPr/>
    </dgm:pt>
    <dgm:pt modelId="{D29EC940-77C1-4067-BFF8-3B2BB8D1D3F5}" type="pres">
      <dgm:prSet presAssocID="{62B21E13-1492-4676-B57D-1CF16E35F226}" presName="spChevron1" presStyleCnt="0"/>
      <dgm:spPr/>
    </dgm:pt>
    <dgm:pt modelId="{BE15E831-4890-47AA-8D3A-DDE4E79D18D2}" type="pres">
      <dgm:prSet presAssocID="{885FAFFD-FB6C-4A06-A249-AD734680D118}" presName="last" presStyleCnt="0"/>
      <dgm:spPr/>
    </dgm:pt>
    <dgm:pt modelId="{BA70D0D1-C90C-4F18-B92E-DFE10C762144}" type="pres">
      <dgm:prSet presAssocID="{885FAFFD-FB6C-4A06-A249-AD734680D118}" presName="circleTx" presStyleLbl="node1" presStyleIdx="18" presStyleCnt="19"/>
      <dgm:spPr/>
    </dgm:pt>
    <dgm:pt modelId="{482B2F87-C941-4DB9-92C5-D0DCDE002EF3}" type="pres">
      <dgm:prSet presAssocID="{885FAFFD-FB6C-4A06-A249-AD734680D118}" presName="spN" presStyleCnt="0"/>
      <dgm:spPr/>
    </dgm:pt>
  </dgm:ptLst>
  <dgm:cxnLst>
    <dgm:cxn modelId="{ACB0AD03-4597-4662-98D9-23CCB30974E2}" srcId="{23F88438-5E14-435E-ABF6-1815CFC5DFF4}" destId="{1CDBA12A-04D8-40E7-AC57-D6646CFB4D06}" srcOrd="1" destOrd="0" parTransId="{A30DCF74-FBF5-4F2F-B261-8F9124975FC9}" sibTransId="{09D38735-8726-444F-BD85-B75B8617FADD}"/>
    <dgm:cxn modelId="{F4198910-F134-4410-A689-7F74681B79E7}" type="presOf" srcId="{8A212F8E-0A72-4499-B706-8D57BEBF80B5}" destId="{34DDC6DA-F182-476F-ADB9-F0F88D41B98F}" srcOrd="0" destOrd="0" presId="urn:microsoft.com/office/officeart/2009/3/layout/RandomtoResultProcess"/>
    <dgm:cxn modelId="{175CD72B-C943-4CB2-8B09-30465BADD137}" srcId="{23F88438-5E14-435E-ABF6-1815CFC5DFF4}" destId="{91DAC073-E478-42CC-B7AF-52E2DA8747A6}" srcOrd="3" destOrd="0" parTransId="{C364E713-4127-46E1-AC8A-D4B5B81C7631}" sibTransId="{62B21E13-1492-4676-B57D-1CF16E35F226}"/>
    <dgm:cxn modelId="{D96D632E-7FFF-4415-B8AF-AD06B0107AB2}" srcId="{23F88438-5E14-435E-ABF6-1815CFC5DFF4}" destId="{885FAFFD-FB6C-4A06-A249-AD734680D118}" srcOrd="4" destOrd="0" parTransId="{D2D80B7B-3DEB-4EF2-93E0-804901417E57}" sibTransId="{3BBBE234-1DEF-48D5-9E5A-270A24034235}"/>
    <dgm:cxn modelId="{8F5F0D35-4779-40E3-B6B6-B11D124DA51E}" srcId="{23F88438-5E14-435E-ABF6-1815CFC5DFF4}" destId="{4EF80279-99C4-4C8C-A490-0F9AAAE929E1}" srcOrd="2" destOrd="0" parTransId="{64C3120C-BD0A-40DE-A203-8780C3011222}" sibTransId="{25523CFC-0A27-410D-90B3-0CB584873542}"/>
    <dgm:cxn modelId="{463E2C7A-DC1E-44EE-AB61-A2026EF62E76}" type="presOf" srcId="{91DAC073-E478-42CC-B7AF-52E2DA8747A6}" destId="{3B9EA949-0CD8-44C3-8F34-85A5353ED88F}" srcOrd="0" destOrd="0" presId="urn:microsoft.com/office/officeart/2009/3/layout/RandomtoResultProcess"/>
    <dgm:cxn modelId="{43632684-8449-41E3-8828-E219165EF14A}" type="presOf" srcId="{1CDBA12A-04D8-40E7-AC57-D6646CFB4D06}" destId="{476ED7F3-378B-468A-B6A0-9030AC093FBE}" srcOrd="0" destOrd="0" presId="urn:microsoft.com/office/officeart/2009/3/layout/RandomtoResultProcess"/>
    <dgm:cxn modelId="{6EB4908D-0161-47D4-A74D-BCCFACC735FC}" type="presOf" srcId="{23F88438-5E14-435E-ABF6-1815CFC5DFF4}" destId="{7A4585E8-3B12-48CB-B6BA-4CE8C7E1132D}" srcOrd="0" destOrd="0" presId="urn:microsoft.com/office/officeart/2009/3/layout/RandomtoResultProcess"/>
    <dgm:cxn modelId="{6145D394-5D5E-4A7A-A44E-736CE92CB61A}" srcId="{23F88438-5E14-435E-ABF6-1815CFC5DFF4}" destId="{8A212F8E-0A72-4499-B706-8D57BEBF80B5}" srcOrd="0" destOrd="0" parTransId="{5C8F4C5B-856A-4946-AA7B-874899A45427}" sibTransId="{4887FFF1-008A-42DC-9896-7ED53F4C6142}"/>
    <dgm:cxn modelId="{8AEAB6C6-4796-4F6A-8091-F37DA269F239}" type="presOf" srcId="{885FAFFD-FB6C-4A06-A249-AD734680D118}" destId="{BA70D0D1-C90C-4F18-B92E-DFE10C762144}" srcOrd="0" destOrd="0" presId="urn:microsoft.com/office/officeart/2009/3/layout/RandomtoResultProcess"/>
    <dgm:cxn modelId="{8E1D0DD5-4601-448C-93DF-D4DE0AE0D79F}" type="presOf" srcId="{4EF80279-99C4-4C8C-A490-0F9AAAE929E1}" destId="{C96BFD19-F0AD-471A-B889-B25B8E4E186C}" srcOrd="0" destOrd="0" presId="urn:microsoft.com/office/officeart/2009/3/layout/RandomtoResultProcess"/>
    <dgm:cxn modelId="{8B9830B8-7AEC-4F11-8097-A984F0FA8F11}" type="presParOf" srcId="{7A4585E8-3B12-48CB-B6BA-4CE8C7E1132D}" destId="{AF39AFE0-B574-4642-85D3-45A6AD0EAA09}" srcOrd="0" destOrd="0" presId="urn:microsoft.com/office/officeart/2009/3/layout/RandomtoResultProcess"/>
    <dgm:cxn modelId="{1A6C1912-B8BC-4CE8-984D-6ADD97D1124D}" type="presParOf" srcId="{AF39AFE0-B574-4642-85D3-45A6AD0EAA09}" destId="{34DDC6DA-F182-476F-ADB9-F0F88D41B98F}" srcOrd="0" destOrd="0" presId="urn:microsoft.com/office/officeart/2009/3/layout/RandomtoResultProcess"/>
    <dgm:cxn modelId="{A0A9D2E9-15F6-43EC-B1A5-4F3353F2FDA9}" type="presParOf" srcId="{AF39AFE0-B574-4642-85D3-45A6AD0EAA09}" destId="{1398F536-BCAB-4A95-A253-767D6DCF9336}" srcOrd="1" destOrd="0" presId="urn:microsoft.com/office/officeart/2009/3/layout/RandomtoResultProcess"/>
    <dgm:cxn modelId="{6343AE66-7CA4-4BF1-ABC7-92624235A12C}" type="presParOf" srcId="{AF39AFE0-B574-4642-85D3-45A6AD0EAA09}" destId="{AFCC7A6D-7AB7-4F7E-8414-9846274AA75E}" srcOrd="2" destOrd="0" presId="urn:microsoft.com/office/officeart/2009/3/layout/RandomtoResultProcess"/>
    <dgm:cxn modelId="{08E6C527-179A-4C7E-8571-124E46169996}" type="presParOf" srcId="{AF39AFE0-B574-4642-85D3-45A6AD0EAA09}" destId="{96ECA1C8-1F5B-404F-A6DD-A49162B9E698}" srcOrd="3" destOrd="0" presId="urn:microsoft.com/office/officeart/2009/3/layout/RandomtoResultProcess"/>
    <dgm:cxn modelId="{316E90E9-D8FC-42E3-8B26-38B78C782C49}" type="presParOf" srcId="{AF39AFE0-B574-4642-85D3-45A6AD0EAA09}" destId="{28EB88B6-AC13-44F1-9496-836A50C0D8DF}" srcOrd="4" destOrd="0" presId="urn:microsoft.com/office/officeart/2009/3/layout/RandomtoResultProcess"/>
    <dgm:cxn modelId="{6DAC4109-15FA-490C-9A3A-1C6FB0B62919}" type="presParOf" srcId="{AF39AFE0-B574-4642-85D3-45A6AD0EAA09}" destId="{275651C5-ADBF-44B5-954B-8029D1A47059}" srcOrd="5" destOrd="0" presId="urn:microsoft.com/office/officeart/2009/3/layout/RandomtoResultProcess"/>
    <dgm:cxn modelId="{A2D3F02A-F4A7-4A77-AFBC-86F036E8C6C2}" type="presParOf" srcId="{AF39AFE0-B574-4642-85D3-45A6AD0EAA09}" destId="{D818E1C8-6ECC-4A91-A291-6747566E1DD5}" srcOrd="6" destOrd="0" presId="urn:microsoft.com/office/officeart/2009/3/layout/RandomtoResultProcess"/>
    <dgm:cxn modelId="{51C8EF62-59C2-4901-A0EF-792615BFA6A0}" type="presParOf" srcId="{AF39AFE0-B574-4642-85D3-45A6AD0EAA09}" destId="{0CE77549-2C00-4C50-B96D-610AA8E89A76}" srcOrd="7" destOrd="0" presId="urn:microsoft.com/office/officeart/2009/3/layout/RandomtoResultProcess"/>
    <dgm:cxn modelId="{2B9E920E-6068-4697-94A4-E2718690B26D}" type="presParOf" srcId="{AF39AFE0-B574-4642-85D3-45A6AD0EAA09}" destId="{851756AF-2482-4CCA-9A71-1AA5B30E64E9}" srcOrd="8" destOrd="0" presId="urn:microsoft.com/office/officeart/2009/3/layout/RandomtoResultProcess"/>
    <dgm:cxn modelId="{7148B92A-C2CA-41F5-9497-35F53107B52C}" type="presParOf" srcId="{AF39AFE0-B574-4642-85D3-45A6AD0EAA09}" destId="{05A98292-ACD0-4973-9420-A6A5EEF90F96}" srcOrd="9" destOrd="0" presId="urn:microsoft.com/office/officeart/2009/3/layout/RandomtoResultProcess"/>
    <dgm:cxn modelId="{DF4A49E5-2D74-468D-9B34-BEDA2B9CC7BC}" type="presParOf" srcId="{AF39AFE0-B574-4642-85D3-45A6AD0EAA09}" destId="{9185BC12-748F-45CE-931B-6564C4202DF3}" srcOrd="10" destOrd="0" presId="urn:microsoft.com/office/officeart/2009/3/layout/RandomtoResultProcess"/>
    <dgm:cxn modelId="{AD4B6415-0321-4916-9B1D-CC068F54D130}" type="presParOf" srcId="{AF39AFE0-B574-4642-85D3-45A6AD0EAA09}" destId="{C8862811-687D-4A7F-8E11-E7A0E468C1EB}" srcOrd="11" destOrd="0" presId="urn:microsoft.com/office/officeart/2009/3/layout/RandomtoResultProcess"/>
    <dgm:cxn modelId="{3B7EE5B1-AF3E-4138-80C0-E58CF2A8891B}" type="presParOf" srcId="{AF39AFE0-B574-4642-85D3-45A6AD0EAA09}" destId="{8B37FE59-E449-497C-960C-E8167D375BB3}" srcOrd="12" destOrd="0" presId="urn:microsoft.com/office/officeart/2009/3/layout/RandomtoResultProcess"/>
    <dgm:cxn modelId="{E65D1FBC-1235-4B5C-8ADB-88551531BD43}" type="presParOf" srcId="{AF39AFE0-B574-4642-85D3-45A6AD0EAA09}" destId="{D14D4853-C3EF-4379-A822-1B0519EA26D1}" srcOrd="13" destOrd="0" presId="urn:microsoft.com/office/officeart/2009/3/layout/RandomtoResultProcess"/>
    <dgm:cxn modelId="{E4392F4C-9F76-44D0-868E-3113222AC28B}" type="presParOf" srcId="{AF39AFE0-B574-4642-85D3-45A6AD0EAA09}" destId="{FE6854B3-8F3E-427A-8FDC-D199B9C86B96}" srcOrd="14" destOrd="0" presId="urn:microsoft.com/office/officeart/2009/3/layout/RandomtoResultProcess"/>
    <dgm:cxn modelId="{3EBAE97E-E163-4DD3-83AF-F066C8E3FFB6}" type="presParOf" srcId="{AF39AFE0-B574-4642-85D3-45A6AD0EAA09}" destId="{96B71724-ECCD-4A5B-AE59-63DAC1130B1D}" srcOrd="15" destOrd="0" presId="urn:microsoft.com/office/officeart/2009/3/layout/RandomtoResultProcess"/>
    <dgm:cxn modelId="{EE9499D0-B994-4B5E-9B72-E7AA5B09B8E1}" type="presParOf" srcId="{AF39AFE0-B574-4642-85D3-45A6AD0EAA09}" destId="{5295CE43-9C73-403A-A8FA-4AC02E8E8831}" srcOrd="16" destOrd="0" presId="urn:microsoft.com/office/officeart/2009/3/layout/RandomtoResultProcess"/>
    <dgm:cxn modelId="{2EE7495E-F89E-42DD-B4E3-63005245A76B}" type="presParOf" srcId="{AF39AFE0-B574-4642-85D3-45A6AD0EAA09}" destId="{EDADA5F6-1919-41BB-A2DD-0106FCC1A88E}" srcOrd="17" destOrd="0" presId="urn:microsoft.com/office/officeart/2009/3/layout/RandomtoResultProcess"/>
    <dgm:cxn modelId="{0E48B226-8878-444B-81FA-B3F6F04221CB}" type="presParOf" srcId="{AF39AFE0-B574-4642-85D3-45A6AD0EAA09}" destId="{8D9D4D5C-5917-4D2A-8082-710AD3F736EA}" srcOrd="18" destOrd="0" presId="urn:microsoft.com/office/officeart/2009/3/layout/RandomtoResultProcess"/>
    <dgm:cxn modelId="{B6E35454-7CB9-4EE4-B487-3F40A676CBCC}" type="presParOf" srcId="{7A4585E8-3B12-48CB-B6BA-4CE8C7E1132D}" destId="{C1C0725D-AB69-41D9-A6BC-ED36F34AC831}" srcOrd="1" destOrd="0" presId="urn:microsoft.com/office/officeart/2009/3/layout/RandomtoResultProcess"/>
    <dgm:cxn modelId="{9E15E75F-7D89-4072-AFA6-38BA7DFB4570}" type="presParOf" srcId="{C1C0725D-AB69-41D9-A6BC-ED36F34AC831}" destId="{3B5E394D-2155-49A5-A83D-C2318D539CE5}" srcOrd="0" destOrd="0" presId="urn:microsoft.com/office/officeart/2009/3/layout/RandomtoResultProcess"/>
    <dgm:cxn modelId="{D32C6007-0E75-4D19-AFFE-9ACA8E3B1470}" type="presParOf" srcId="{C1C0725D-AB69-41D9-A6BC-ED36F34AC831}" destId="{58443356-6F01-44D5-8837-61326BE19140}" srcOrd="1" destOrd="0" presId="urn:microsoft.com/office/officeart/2009/3/layout/RandomtoResultProcess"/>
    <dgm:cxn modelId="{EA82DEE5-24BC-4798-9DB1-7C5AC2FFF7BC}" type="presParOf" srcId="{7A4585E8-3B12-48CB-B6BA-4CE8C7E1132D}" destId="{9F3BC917-03A1-4E3A-952B-97C06BC5DAE8}" srcOrd="2" destOrd="0" presId="urn:microsoft.com/office/officeart/2009/3/layout/RandomtoResultProcess"/>
    <dgm:cxn modelId="{E0CC6073-699E-45D8-980E-15422D15AE34}" type="presParOf" srcId="{9F3BC917-03A1-4E3A-952B-97C06BC5DAE8}" destId="{476ED7F3-378B-468A-B6A0-9030AC093FBE}" srcOrd="0" destOrd="0" presId="urn:microsoft.com/office/officeart/2009/3/layout/RandomtoResultProcess"/>
    <dgm:cxn modelId="{58FD9249-D694-4C78-AE94-B9C580C892F4}" type="presParOf" srcId="{9F3BC917-03A1-4E3A-952B-97C06BC5DAE8}" destId="{5433CE25-2F0D-4766-A526-C43846A434EB}" srcOrd="1" destOrd="0" presId="urn:microsoft.com/office/officeart/2009/3/layout/RandomtoResultProcess"/>
    <dgm:cxn modelId="{C8A5A12D-0508-4DF4-81B0-A4F43EF3B9B6}" type="presParOf" srcId="{7A4585E8-3B12-48CB-B6BA-4CE8C7E1132D}" destId="{8917D003-92D5-437A-99CC-92492298B322}" srcOrd="3" destOrd="0" presId="urn:microsoft.com/office/officeart/2009/3/layout/RandomtoResultProcess"/>
    <dgm:cxn modelId="{B53D51B9-5D60-4184-BFC8-109928B6239E}" type="presParOf" srcId="{8917D003-92D5-437A-99CC-92492298B322}" destId="{8BD5BF42-47B0-4809-A4FF-2C4420A039F4}" srcOrd="0" destOrd="0" presId="urn:microsoft.com/office/officeart/2009/3/layout/RandomtoResultProcess"/>
    <dgm:cxn modelId="{D68A371A-6FBB-4C4A-9B67-4EDD9D7C6218}" type="presParOf" srcId="{8917D003-92D5-437A-99CC-92492298B322}" destId="{4B6C9F67-2339-4F4A-B6F1-FA5173A32D42}" srcOrd="1" destOrd="0" presId="urn:microsoft.com/office/officeart/2009/3/layout/RandomtoResultProcess"/>
    <dgm:cxn modelId="{E45E20DB-5502-427B-BD8D-7A3B64C5618A}" type="presParOf" srcId="{7A4585E8-3B12-48CB-B6BA-4CE8C7E1132D}" destId="{8494EF98-229E-4727-A04E-7BF4B295D39A}" srcOrd="4" destOrd="0" presId="urn:microsoft.com/office/officeart/2009/3/layout/RandomtoResultProcess"/>
    <dgm:cxn modelId="{D5D4E23E-A211-40F5-9F7A-23D0C59994F0}" type="presParOf" srcId="{8494EF98-229E-4727-A04E-7BF4B295D39A}" destId="{C96BFD19-F0AD-471A-B889-B25B8E4E186C}" srcOrd="0" destOrd="0" presId="urn:microsoft.com/office/officeart/2009/3/layout/RandomtoResultProcess"/>
    <dgm:cxn modelId="{EB064686-231A-4327-BEEB-62AEA561128C}" type="presParOf" srcId="{8494EF98-229E-4727-A04E-7BF4B295D39A}" destId="{B19560D9-A8D3-4836-A1F5-B89E669D959C}" srcOrd="1" destOrd="0" presId="urn:microsoft.com/office/officeart/2009/3/layout/RandomtoResultProcess"/>
    <dgm:cxn modelId="{72AF8DCC-D5E0-45FC-B1BA-FEB6A4DCF4BA}" type="presParOf" srcId="{7A4585E8-3B12-48CB-B6BA-4CE8C7E1132D}" destId="{FD62D3B6-F9C3-4490-8B74-91E0232F2B22}" srcOrd="5" destOrd="0" presId="urn:microsoft.com/office/officeart/2009/3/layout/RandomtoResultProcess"/>
    <dgm:cxn modelId="{6C7E7BEC-9364-4C7B-82B0-AF2BF40E7B13}" type="presParOf" srcId="{FD62D3B6-F9C3-4490-8B74-91E0232F2B22}" destId="{76A5D420-846D-49A7-A046-8FCF0933A9A0}" srcOrd="0" destOrd="0" presId="urn:microsoft.com/office/officeart/2009/3/layout/RandomtoResultProcess"/>
    <dgm:cxn modelId="{D76CA090-EB39-4F67-A49B-56AD43D44977}" type="presParOf" srcId="{FD62D3B6-F9C3-4490-8B74-91E0232F2B22}" destId="{BCEFB49F-084C-4B60-93F5-7BDD13064301}" srcOrd="1" destOrd="0" presId="urn:microsoft.com/office/officeart/2009/3/layout/RandomtoResultProcess"/>
    <dgm:cxn modelId="{DA459364-205B-48A2-89BD-D601FB33CBE7}" type="presParOf" srcId="{7A4585E8-3B12-48CB-B6BA-4CE8C7E1132D}" destId="{9BD3506E-72D4-4C96-B798-13AFE2840FE9}" srcOrd="6" destOrd="0" presId="urn:microsoft.com/office/officeart/2009/3/layout/RandomtoResultProcess"/>
    <dgm:cxn modelId="{9C8BCDFB-5D77-4C43-A20C-922D2C096D8D}" type="presParOf" srcId="{9BD3506E-72D4-4C96-B798-13AFE2840FE9}" destId="{3B9EA949-0CD8-44C3-8F34-85A5353ED88F}" srcOrd="0" destOrd="0" presId="urn:microsoft.com/office/officeart/2009/3/layout/RandomtoResultProcess"/>
    <dgm:cxn modelId="{B46CA116-90F4-4B97-AC87-FFF1638889BD}" type="presParOf" srcId="{9BD3506E-72D4-4C96-B798-13AFE2840FE9}" destId="{1D517849-3BE6-405D-8572-FFE3F88E5B19}" srcOrd="1" destOrd="0" presId="urn:microsoft.com/office/officeart/2009/3/layout/RandomtoResultProcess"/>
    <dgm:cxn modelId="{70E989CE-7893-46BE-A2A9-2B5063627EC6}" type="presParOf" srcId="{7A4585E8-3B12-48CB-B6BA-4CE8C7E1132D}" destId="{5603B1D7-D52B-49B8-820E-19FF8836B9BE}" srcOrd="7" destOrd="0" presId="urn:microsoft.com/office/officeart/2009/3/layout/RandomtoResultProcess"/>
    <dgm:cxn modelId="{996DCACC-AA47-4245-8C32-FD8BED2FEAEF}" type="presParOf" srcId="{5603B1D7-D52B-49B8-820E-19FF8836B9BE}" destId="{0347BAA8-7CBA-476F-9D25-08DB580149D9}" srcOrd="0" destOrd="0" presId="urn:microsoft.com/office/officeart/2009/3/layout/RandomtoResultProcess"/>
    <dgm:cxn modelId="{F43C6F5B-63BC-46F1-A547-8A981344FB72}" type="presParOf" srcId="{5603B1D7-D52B-49B8-820E-19FF8836B9BE}" destId="{D29EC940-77C1-4067-BFF8-3B2BB8D1D3F5}" srcOrd="1" destOrd="0" presId="urn:microsoft.com/office/officeart/2009/3/layout/RandomtoResultProcess"/>
    <dgm:cxn modelId="{A18B348B-9857-4E6D-86FE-A82FECE87A52}" type="presParOf" srcId="{7A4585E8-3B12-48CB-B6BA-4CE8C7E1132D}" destId="{BE15E831-4890-47AA-8D3A-DDE4E79D18D2}" srcOrd="8" destOrd="0" presId="urn:microsoft.com/office/officeart/2009/3/layout/RandomtoResultProcess"/>
    <dgm:cxn modelId="{BEEF07F3-02F7-4547-9059-48EDFE7341CA}" type="presParOf" srcId="{BE15E831-4890-47AA-8D3A-DDE4E79D18D2}" destId="{BA70D0D1-C90C-4F18-B92E-DFE10C762144}" srcOrd="0" destOrd="0" presId="urn:microsoft.com/office/officeart/2009/3/layout/RandomtoResultProcess"/>
    <dgm:cxn modelId="{C70E5BA2-ED36-41D4-8407-FA8C6C025549}" type="presParOf" srcId="{BE15E831-4890-47AA-8D3A-DDE4E79D18D2}" destId="{482B2F87-C941-4DB9-92C5-D0DCDE002EF3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DDC6DA-F182-476F-ADB9-F0F88D41B98F}">
      <dsp:nvSpPr>
        <dsp:cNvPr id="0" name=""/>
        <dsp:cNvSpPr/>
      </dsp:nvSpPr>
      <dsp:spPr>
        <a:xfrm>
          <a:off x="90054" y="2177084"/>
          <a:ext cx="1314062" cy="433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Raw Data</a:t>
          </a:r>
        </a:p>
      </dsp:txBody>
      <dsp:txXfrm>
        <a:off x="90054" y="2177084"/>
        <a:ext cx="1314062" cy="433043"/>
      </dsp:txXfrm>
    </dsp:sp>
    <dsp:sp modelId="{1398F536-BCAB-4A95-A253-767D6DCF9336}">
      <dsp:nvSpPr>
        <dsp:cNvPr id="0" name=""/>
        <dsp:cNvSpPr/>
      </dsp:nvSpPr>
      <dsp:spPr>
        <a:xfrm>
          <a:off x="88561" y="2045379"/>
          <a:ext cx="104527" cy="104527"/>
        </a:xfrm>
        <a:prstGeom prst="ellipse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C7A6D-7AB7-4F7E-8414-9846274AA75E}">
      <dsp:nvSpPr>
        <dsp:cNvPr id="0" name=""/>
        <dsp:cNvSpPr/>
      </dsp:nvSpPr>
      <dsp:spPr>
        <a:xfrm>
          <a:off x="161730" y="1899040"/>
          <a:ext cx="104527" cy="104527"/>
        </a:xfrm>
        <a:prstGeom prst="ellipse">
          <a:avLst/>
        </a:prstGeom>
        <a:solidFill>
          <a:schemeClr val="accent2">
            <a:shade val="50000"/>
            <a:hueOff val="19012"/>
            <a:satOff val="-179"/>
            <a:lumOff val="47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CA1C8-1F5B-404F-A6DD-A49162B9E698}">
      <dsp:nvSpPr>
        <dsp:cNvPr id="0" name=""/>
        <dsp:cNvSpPr/>
      </dsp:nvSpPr>
      <dsp:spPr>
        <a:xfrm>
          <a:off x="337336" y="1928308"/>
          <a:ext cx="164257" cy="164257"/>
        </a:xfrm>
        <a:prstGeom prst="ellipse">
          <a:avLst/>
        </a:prstGeom>
        <a:solidFill>
          <a:schemeClr val="accent2">
            <a:shade val="50000"/>
            <a:hueOff val="38023"/>
            <a:satOff val="-359"/>
            <a:lumOff val="95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B88B6-AC13-44F1-9496-836A50C0D8DF}">
      <dsp:nvSpPr>
        <dsp:cNvPr id="0" name=""/>
        <dsp:cNvSpPr/>
      </dsp:nvSpPr>
      <dsp:spPr>
        <a:xfrm>
          <a:off x="483675" y="1767335"/>
          <a:ext cx="104527" cy="104527"/>
        </a:xfrm>
        <a:prstGeom prst="ellipse">
          <a:avLst/>
        </a:prstGeom>
        <a:solidFill>
          <a:schemeClr val="accent2">
            <a:shade val="50000"/>
            <a:hueOff val="57035"/>
            <a:satOff val="-538"/>
            <a:lumOff val="14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651C5-ADBF-44B5-954B-8029D1A47059}">
      <dsp:nvSpPr>
        <dsp:cNvPr id="0" name=""/>
        <dsp:cNvSpPr/>
      </dsp:nvSpPr>
      <dsp:spPr>
        <a:xfrm>
          <a:off x="673916" y="1708800"/>
          <a:ext cx="104527" cy="104527"/>
        </a:xfrm>
        <a:prstGeom prst="ellipse">
          <a:avLst/>
        </a:prstGeom>
        <a:solidFill>
          <a:schemeClr val="accent2">
            <a:shade val="50000"/>
            <a:hueOff val="76047"/>
            <a:satOff val="-718"/>
            <a:lumOff val="19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8E1C8-6ECC-4A91-A291-6747566E1DD5}">
      <dsp:nvSpPr>
        <dsp:cNvPr id="0" name=""/>
        <dsp:cNvSpPr/>
      </dsp:nvSpPr>
      <dsp:spPr>
        <a:xfrm>
          <a:off x="908058" y="1811237"/>
          <a:ext cx="104527" cy="104527"/>
        </a:xfrm>
        <a:prstGeom prst="ellipse">
          <a:avLst/>
        </a:prstGeom>
        <a:solidFill>
          <a:schemeClr val="accent2">
            <a:shade val="50000"/>
            <a:hueOff val="95058"/>
            <a:satOff val="-897"/>
            <a:lumOff val="239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77549-2C00-4C50-B96D-610AA8E89A76}">
      <dsp:nvSpPr>
        <dsp:cNvPr id="0" name=""/>
        <dsp:cNvSpPr/>
      </dsp:nvSpPr>
      <dsp:spPr>
        <a:xfrm>
          <a:off x="1054397" y="1884406"/>
          <a:ext cx="164257" cy="164257"/>
        </a:xfrm>
        <a:prstGeom prst="ellipse">
          <a:avLst/>
        </a:prstGeom>
        <a:solidFill>
          <a:schemeClr val="accent2">
            <a:shade val="50000"/>
            <a:hueOff val="114070"/>
            <a:satOff val="-1077"/>
            <a:lumOff val="287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756AF-2482-4CCA-9A71-1AA5B30E64E9}">
      <dsp:nvSpPr>
        <dsp:cNvPr id="0" name=""/>
        <dsp:cNvSpPr/>
      </dsp:nvSpPr>
      <dsp:spPr>
        <a:xfrm>
          <a:off x="1259271" y="2045379"/>
          <a:ext cx="104527" cy="104527"/>
        </a:xfrm>
        <a:prstGeom prst="ellipse">
          <a:avLst/>
        </a:prstGeom>
        <a:solidFill>
          <a:schemeClr val="accent2">
            <a:shade val="50000"/>
            <a:hueOff val="133082"/>
            <a:satOff val="-1256"/>
            <a:lumOff val="335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98292-ACD0-4973-9420-A6A5EEF90F96}">
      <dsp:nvSpPr>
        <dsp:cNvPr id="0" name=""/>
        <dsp:cNvSpPr/>
      </dsp:nvSpPr>
      <dsp:spPr>
        <a:xfrm>
          <a:off x="1347074" y="2206351"/>
          <a:ext cx="104527" cy="104527"/>
        </a:xfrm>
        <a:prstGeom prst="ellipse">
          <a:avLst/>
        </a:prstGeom>
        <a:solidFill>
          <a:schemeClr val="accent2">
            <a:shade val="50000"/>
            <a:hueOff val="152093"/>
            <a:satOff val="-1436"/>
            <a:lumOff val="383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5BC12-748F-45CE-931B-6564C4202DF3}">
      <dsp:nvSpPr>
        <dsp:cNvPr id="0" name=""/>
        <dsp:cNvSpPr/>
      </dsp:nvSpPr>
      <dsp:spPr>
        <a:xfrm>
          <a:off x="586112" y="1899040"/>
          <a:ext cx="268785" cy="268785"/>
        </a:xfrm>
        <a:prstGeom prst="ellipse">
          <a:avLst/>
        </a:prstGeom>
        <a:solidFill>
          <a:schemeClr val="accent2">
            <a:shade val="50000"/>
            <a:hueOff val="171105"/>
            <a:satOff val="-1615"/>
            <a:lumOff val="43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862811-687D-4A7F-8E11-E7A0E468C1EB}">
      <dsp:nvSpPr>
        <dsp:cNvPr id="0" name=""/>
        <dsp:cNvSpPr/>
      </dsp:nvSpPr>
      <dsp:spPr>
        <a:xfrm>
          <a:off x="15391" y="2455127"/>
          <a:ext cx="104527" cy="104527"/>
        </a:xfrm>
        <a:prstGeom prst="ellipse">
          <a:avLst/>
        </a:prstGeom>
        <a:solidFill>
          <a:schemeClr val="accent2">
            <a:shade val="50000"/>
            <a:hueOff val="171105"/>
            <a:satOff val="-1615"/>
            <a:lumOff val="43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7FE59-E449-497C-960C-E8167D375BB3}">
      <dsp:nvSpPr>
        <dsp:cNvPr id="0" name=""/>
        <dsp:cNvSpPr/>
      </dsp:nvSpPr>
      <dsp:spPr>
        <a:xfrm>
          <a:off x="103194" y="2586832"/>
          <a:ext cx="164257" cy="164257"/>
        </a:xfrm>
        <a:prstGeom prst="ellipse">
          <a:avLst/>
        </a:prstGeom>
        <a:solidFill>
          <a:schemeClr val="accent2">
            <a:shade val="50000"/>
            <a:hueOff val="152093"/>
            <a:satOff val="-1436"/>
            <a:lumOff val="383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D4853-C3EF-4379-A822-1B0519EA26D1}">
      <dsp:nvSpPr>
        <dsp:cNvPr id="0" name=""/>
        <dsp:cNvSpPr/>
      </dsp:nvSpPr>
      <dsp:spPr>
        <a:xfrm>
          <a:off x="322703" y="2703903"/>
          <a:ext cx="238920" cy="238920"/>
        </a:xfrm>
        <a:prstGeom prst="ellipse">
          <a:avLst/>
        </a:prstGeom>
        <a:solidFill>
          <a:schemeClr val="accent2">
            <a:shade val="50000"/>
            <a:hueOff val="133082"/>
            <a:satOff val="-1256"/>
            <a:lumOff val="335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854B3-8F3E-427A-8FDC-D199B9C86B96}">
      <dsp:nvSpPr>
        <dsp:cNvPr id="0" name=""/>
        <dsp:cNvSpPr/>
      </dsp:nvSpPr>
      <dsp:spPr>
        <a:xfrm>
          <a:off x="630014" y="2894144"/>
          <a:ext cx="104527" cy="104527"/>
        </a:xfrm>
        <a:prstGeom prst="ellipse">
          <a:avLst/>
        </a:prstGeom>
        <a:solidFill>
          <a:schemeClr val="accent2">
            <a:shade val="50000"/>
            <a:hueOff val="114070"/>
            <a:satOff val="-1077"/>
            <a:lumOff val="287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71724-ECCD-4A5B-AE59-63DAC1130B1D}">
      <dsp:nvSpPr>
        <dsp:cNvPr id="0" name=""/>
        <dsp:cNvSpPr/>
      </dsp:nvSpPr>
      <dsp:spPr>
        <a:xfrm>
          <a:off x="688550" y="2703903"/>
          <a:ext cx="164257" cy="164257"/>
        </a:xfrm>
        <a:prstGeom prst="ellipse">
          <a:avLst/>
        </a:prstGeom>
        <a:solidFill>
          <a:schemeClr val="accent2">
            <a:shade val="50000"/>
            <a:hueOff val="95058"/>
            <a:satOff val="-897"/>
            <a:lumOff val="239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5CE43-9C73-403A-A8FA-4AC02E8E8831}">
      <dsp:nvSpPr>
        <dsp:cNvPr id="0" name=""/>
        <dsp:cNvSpPr/>
      </dsp:nvSpPr>
      <dsp:spPr>
        <a:xfrm>
          <a:off x="834888" y="2908778"/>
          <a:ext cx="104527" cy="104527"/>
        </a:xfrm>
        <a:prstGeom prst="ellipse">
          <a:avLst/>
        </a:prstGeom>
        <a:solidFill>
          <a:schemeClr val="accent2">
            <a:shade val="50000"/>
            <a:hueOff val="76047"/>
            <a:satOff val="-718"/>
            <a:lumOff val="19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DA5F6-1919-41BB-A2DD-0106FCC1A88E}">
      <dsp:nvSpPr>
        <dsp:cNvPr id="0" name=""/>
        <dsp:cNvSpPr/>
      </dsp:nvSpPr>
      <dsp:spPr>
        <a:xfrm>
          <a:off x="966593" y="2674636"/>
          <a:ext cx="238920" cy="238920"/>
        </a:xfrm>
        <a:prstGeom prst="ellipse">
          <a:avLst/>
        </a:prstGeom>
        <a:solidFill>
          <a:schemeClr val="accent2">
            <a:shade val="50000"/>
            <a:hueOff val="57035"/>
            <a:satOff val="-538"/>
            <a:lumOff val="14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D4D5C-5917-4D2A-8082-710AD3F736EA}">
      <dsp:nvSpPr>
        <dsp:cNvPr id="0" name=""/>
        <dsp:cNvSpPr/>
      </dsp:nvSpPr>
      <dsp:spPr>
        <a:xfrm>
          <a:off x="1288539" y="2616100"/>
          <a:ext cx="164257" cy="164257"/>
        </a:xfrm>
        <a:prstGeom prst="ellipse">
          <a:avLst/>
        </a:prstGeom>
        <a:solidFill>
          <a:schemeClr val="accent2">
            <a:shade val="50000"/>
            <a:hueOff val="38023"/>
            <a:satOff val="-359"/>
            <a:lumOff val="95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E394D-2155-49A5-A83D-C2318D539CE5}">
      <dsp:nvSpPr>
        <dsp:cNvPr id="0" name=""/>
        <dsp:cNvSpPr/>
      </dsp:nvSpPr>
      <dsp:spPr>
        <a:xfrm>
          <a:off x="1452797" y="1928064"/>
          <a:ext cx="482401" cy="920957"/>
        </a:xfrm>
        <a:prstGeom prst="chevron">
          <a:avLst>
            <a:gd name="adj" fmla="val 6231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ED7F3-378B-468A-B6A0-9030AC093FBE}">
      <dsp:nvSpPr>
        <dsp:cNvPr id="0" name=""/>
        <dsp:cNvSpPr/>
      </dsp:nvSpPr>
      <dsp:spPr>
        <a:xfrm>
          <a:off x="1935198" y="1928512"/>
          <a:ext cx="1315641" cy="920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Data Cleaning</a:t>
          </a:r>
        </a:p>
      </dsp:txBody>
      <dsp:txXfrm>
        <a:off x="1935198" y="1928512"/>
        <a:ext cx="1315641" cy="920949"/>
      </dsp:txXfrm>
    </dsp:sp>
    <dsp:sp modelId="{8BD5BF42-47B0-4809-A4FF-2C4420A039F4}">
      <dsp:nvSpPr>
        <dsp:cNvPr id="0" name=""/>
        <dsp:cNvSpPr/>
      </dsp:nvSpPr>
      <dsp:spPr>
        <a:xfrm>
          <a:off x="3250840" y="1928064"/>
          <a:ext cx="482401" cy="920957"/>
        </a:xfrm>
        <a:prstGeom prst="chevron">
          <a:avLst>
            <a:gd name="adj" fmla="val 62310"/>
          </a:avLst>
        </a:prstGeom>
        <a:solidFill>
          <a:schemeClr val="accent2">
            <a:shade val="90000"/>
            <a:hueOff val="86013"/>
            <a:satOff val="-2646"/>
            <a:lumOff val="155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BFD19-F0AD-471A-B889-B25B8E4E186C}">
      <dsp:nvSpPr>
        <dsp:cNvPr id="0" name=""/>
        <dsp:cNvSpPr/>
      </dsp:nvSpPr>
      <dsp:spPr>
        <a:xfrm>
          <a:off x="3733242" y="1928512"/>
          <a:ext cx="1315641" cy="920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Data Modeling</a:t>
          </a:r>
        </a:p>
      </dsp:txBody>
      <dsp:txXfrm>
        <a:off x="3733242" y="1928512"/>
        <a:ext cx="1315641" cy="920949"/>
      </dsp:txXfrm>
    </dsp:sp>
    <dsp:sp modelId="{76A5D420-846D-49A7-A046-8FCF0933A9A0}">
      <dsp:nvSpPr>
        <dsp:cNvPr id="0" name=""/>
        <dsp:cNvSpPr/>
      </dsp:nvSpPr>
      <dsp:spPr>
        <a:xfrm>
          <a:off x="4913690" y="1961440"/>
          <a:ext cx="482401" cy="920957"/>
        </a:xfrm>
        <a:prstGeom prst="chevron">
          <a:avLst>
            <a:gd name="adj" fmla="val 62310"/>
          </a:avLst>
        </a:prstGeom>
        <a:solidFill>
          <a:schemeClr val="accent2">
            <a:shade val="90000"/>
            <a:hueOff val="172027"/>
            <a:satOff val="-5292"/>
            <a:lumOff val="310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EA949-0CD8-44C3-8F34-85A5353ED88F}">
      <dsp:nvSpPr>
        <dsp:cNvPr id="0" name=""/>
        <dsp:cNvSpPr/>
      </dsp:nvSpPr>
      <dsp:spPr>
        <a:xfrm>
          <a:off x="5531285" y="1928512"/>
          <a:ext cx="1315641" cy="920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531285" y="1928512"/>
        <a:ext cx="1315641" cy="920949"/>
      </dsp:txXfrm>
    </dsp:sp>
    <dsp:sp modelId="{0347BAA8-7CBA-476F-9D25-08DB580149D9}">
      <dsp:nvSpPr>
        <dsp:cNvPr id="0" name=""/>
        <dsp:cNvSpPr/>
      </dsp:nvSpPr>
      <dsp:spPr>
        <a:xfrm>
          <a:off x="6846926" y="1928064"/>
          <a:ext cx="482401" cy="920957"/>
        </a:xfrm>
        <a:prstGeom prst="chevron">
          <a:avLst>
            <a:gd name="adj" fmla="val 62310"/>
          </a:avLst>
        </a:prstGeom>
        <a:solidFill>
          <a:schemeClr val="accent2">
            <a:shade val="90000"/>
            <a:hueOff val="86013"/>
            <a:satOff val="-2646"/>
            <a:lumOff val="155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0D0D1-C90C-4F18-B92E-DFE10C762144}">
      <dsp:nvSpPr>
        <dsp:cNvPr id="0" name=""/>
        <dsp:cNvSpPr/>
      </dsp:nvSpPr>
      <dsp:spPr>
        <a:xfrm>
          <a:off x="7381954" y="1851955"/>
          <a:ext cx="1118295" cy="1118295"/>
        </a:xfrm>
        <a:prstGeom prst="ellipse">
          <a:avLst/>
        </a:prstGeom>
        <a:solidFill>
          <a:schemeClr val="accent2">
            <a:shade val="50000"/>
            <a:hueOff val="19012"/>
            <a:satOff val="-179"/>
            <a:lumOff val="47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545725" y="2015726"/>
        <a:ext cx="790753" cy="790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10-Feb-26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10-Feb-26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6669" y="1452408"/>
            <a:ext cx="7786209" cy="1243584"/>
          </a:xfrm>
        </p:spPr>
        <p:txBody>
          <a:bodyPr/>
          <a:lstStyle/>
          <a:p>
            <a:pPr>
              <a:lnSpc>
                <a:spcPts val="13343"/>
              </a:lnSpc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ELECTVIZ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6669" y="2626941"/>
            <a:ext cx="10468947" cy="95097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ELECTION DATA VISUALIZATION FOR MEDIA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B9944-E835-FDA9-C059-D15C60BD6FF4}"/>
              </a:ext>
            </a:extLst>
          </p:cNvPr>
          <p:cNvSpPr txBox="1"/>
          <p:nvPr/>
        </p:nvSpPr>
        <p:spPr>
          <a:xfrm>
            <a:off x="6013975" y="5711818"/>
            <a:ext cx="6649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Mentor                : Mrs. </a:t>
            </a:r>
            <a:r>
              <a:rPr lang="en-US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Nityashree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 S J</a:t>
            </a:r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Presentation by : BHAVISHYA PRIYADARSHINI V</a:t>
            </a:r>
          </a:p>
          <a:p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32940"/>
            <a:ext cx="11214100" cy="53553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2215" y="1442328"/>
            <a:ext cx="6938433" cy="3336672"/>
          </a:xfrm>
        </p:spPr>
        <p:txBody>
          <a:bodyPr/>
          <a:lstStyle/>
          <a:p>
            <a:r>
              <a:rPr lang="en-US" sz="1800" dirty="0"/>
              <a:t>Elections generate massive amounts of data across states, parties, candidates, and years.</a:t>
            </a:r>
          </a:p>
          <a:p>
            <a:r>
              <a:rPr lang="en-US" sz="1800" dirty="0"/>
              <a:t>Analyzing such data manually is time-consuming and error-prone.</a:t>
            </a:r>
          </a:p>
          <a:p>
            <a:r>
              <a:rPr lang="en-US" sz="1800" dirty="0"/>
              <a:t>This project uses </a:t>
            </a:r>
            <a:r>
              <a:rPr lang="en-US" sz="1800" b="1" dirty="0"/>
              <a:t>Power BI</a:t>
            </a:r>
            <a:r>
              <a:rPr lang="en-US" sz="1800" dirty="0"/>
              <a:t> to analyze and visualize </a:t>
            </a:r>
            <a:r>
              <a:rPr lang="en-US" sz="1800" b="1" dirty="0"/>
              <a:t>Indian General Election data</a:t>
            </a:r>
            <a:r>
              <a:rPr lang="en-US" sz="1800" dirty="0"/>
              <a:t>.</a:t>
            </a:r>
          </a:p>
          <a:p>
            <a:r>
              <a:rPr lang="en-US" sz="1800" dirty="0"/>
              <a:t>The goal is to convert raw election data into </a:t>
            </a:r>
            <a:r>
              <a:rPr lang="en-US" sz="1800" b="1" dirty="0"/>
              <a:t>clear, interactive, and meaningful insights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 and Workflow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681163"/>
            <a:ext cx="3856567" cy="823912"/>
          </a:xfrm>
        </p:spPr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96267" y="1681163"/>
            <a:ext cx="7662333" cy="823912"/>
          </a:xfrm>
        </p:spPr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505075"/>
            <a:ext cx="3551767" cy="3684588"/>
          </a:xfrm>
        </p:spPr>
        <p:txBody>
          <a:bodyPr>
            <a:normAutofit/>
          </a:bodyPr>
          <a:lstStyle/>
          <a:p>
            <a:r>
              <a:rPr lang="en-US" dirty="0"/>
              <a:t>Data collection from Indian General Election datasets.</a:t>
            </a:r>
          </a:p>
          <a:p>
            <a:r>
              <a:rPr lang="en-US" altLang="en-US" dirty="0"/>
              <a:t>Data cleaning and preprocessing</a:t>
            </a:r>
          </a:p>
          <a:p>
            <a:r>
              <a:rPr lang="en-US" altLang="en-US" dirty="0"/>
              <a:t>Data modeling and relationship creation</a:t>
            </a:r>
          </a:p>
          <a:p>
            <a:r>
              <a:rPr lang="en-US" altLang="en-US" dirty="0"/>
              <a:t>Dashboard design and visualization</a:t>
            </a:r>
            <a:endParaRPr lang="en-US" dirty="0"/>
          </a:p>
          <a:p>
            <a:r>
              <a:rPr lang="en-US" altLang="en-US" dirty="0"/>
              <a:t>sight extraction and analysis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4E99A89-1E61-767D-48C8-0EA2001FF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1F982953-F563-6B00-6418-B5113C440E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8008791"/>
              </p:ext>
            </p:extLst>
          </p:nvPr>
        </p:nvGraphicFramePr>
        <p:xfrm>
          <a:off x="3556000" y="1467557"/>
          <a:ext cx="8568267" cy="472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5274B2F-1212-EB8A-A551-314B5387D9F1}"/>
              </a:ext>
            </a:extLst>
          </p:cNvPr>
          <p:cNvSpPr txBox="1"/>
          <p:nvPr/>
        </p:nvSpPr>
        <p:spPr>
          <a:xfrm>
            <a:off x="8940801" y="3620861"/>
            <a:ext cx="16820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Visualization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E352C4-2A6E-0ADF-A087-F2E2550BF313}"/>
              </a:ext>
            </a:extLst>
          </p:cNvPr>
          <p:cNvSpPr txBox="1"/>
          <p:nvPr/>
        </p:nvSpPr>
        <p:spPr>
          <a:xfrm>
            <a:off x="10950222" y="3667027"/>
            <a:ext cx="12417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333B-7262-5E32-5037-7D62DB20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682D87-CD55-8BC6-CA59-1072218F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32940"/>
            <a:ext cx="11214100" cy="535531"/>
          </a:xfrm>
        </p:spPr>
        <p:txBody>
          <a:bodyPr/>
          <a:lstStyle/>
          <a:p>
            <a:r>
              <a:rPr lang="en-US" dirty="0"/>
              <a:t>Features Enhancement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08E691-DD0A-DF2E-9E1F-B91B12CDBE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4459" y="1423667"/>
            <a:ext cx="6938433" cy="3336672"/>
          </a:xfrm>
        </p:spPr>
        <p:txBody>
          <a:bodyPr/>
          <a:lstStyle/>
          <a:p>
            <a:r>
              <a:rPr lang="en-US" altLang="en-US" sz="1800" dirty="0"/>
              <a:t>Interactive slicers for </a:t>
            </a:r>
            <a:r>
              <a:rPr lang="en-US" altLang="en-US" sz="1800" b="1" dirty="0"/>
              <a:t>year, state, region, and party</a:t>
            </a:r>
            <a:endParaRPr lang="en-US" altLang="en-US" sz="1800" dirty="0"/>
          </a:p>
          <a:p>
            <a:r>
              <a:rPr lang="en-US" altLang="en-US" sz="1800" dirty="0"/>
              <a:t>Dynamic dashboards with real-time filtering</a:t>
            </a:r>
          </a:p>
          <a:p>
            <a:r>
              <a:rPr lang="en-US" altLang="en-US" sz="1800" dirty="0"/>
              <a:t>Multiple analysis pages (Overview, Turnout, Gender, Party, Region)</a:t>
            </a:r>
          </a:p>
          <a:p>
            <a:r>
              <a:rPr lang="en-US" altLang="en-US" sz="1800" dirty="0"/>
              <a:t>Use of maps, KPIs, charts, and tables for better understanding</a:t>
            </a:r>
          </a:p>
          <a:p>
            <a:r>
              <a:rPr lang="en-US" altLang="en-US" sz="1800" dirty="0"/>
              <a:t>User-friendly layout for easy navigation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0DCDD6-D15A-3538-5FDA-47AD38A4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9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801"/>
            <a:ext cx="12192000" cy="911697"/>
          </a:xfrm>
        </p:spPr>
        <p:txBody>
          <a:bodyPr/>
          <a:lstStyle/>
          <a:p>
            <a:pPr algn="ctr"/>
            <a:r>
              <a:rPr lang="en-US" dirty="0"/>
              <a:t>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E039B5-0984-5F08-5263-B73D46A9C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6" y="1089498"/>
            <a:ext cx="5629846" cy="2474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E8AF75-70CA-E7F6-4E88-630B6F150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750" y="1089498"/>
            <a:ext cx="5539054" cy="24319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279175-238F-31A9-0E6E-F0FE10A33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370" y="3826327"/>
            <a:ext cx="6039179" cy="285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CD204B-27E9-904F-263D-FF22209A2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44" y="408561"/>
            <a:ext cx="5619346" cy="28210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D4835AE-500B-CA42-E03F-371A6EE87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976" y="408561"/>
            <a:ext cx="5690680" cy="282102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D50092-6A89-8307-8ABF-D85E11DA6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01" y="3494054"/>
            <a:ext cx="5619347" cy="282102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05F6FF-B8AF-CC45-2507-7441756CC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642" y="3494053"/>
            <a:ext cx="5619348" cy="282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616D3-2FF4-79B6-983F-EC78F026311C}"/>
              </a:ext>
            </a:extLst>
          </p:cNvPr>
          <p:cNvSpPr txBox="1"/>
          <p:nvPr/>
        </p:nvSpPr>
        <p:spPr>
          <a:xfrm>
            <a:off x="4818744" y="921101"/>
            <a:ext cx="5239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rebuchet MS (Headings)"/>
              </a:rPr>
              <a:t>Conclusion</a:t>
            </a:r>
            <a:endParaRPr lang="en-US" b="1" dirty="0">
              <a:solidFill>
                <a:schemeClr val="bg1"/>
              </a:solidFill>
              <a:latin typeface="Trebuchet MS (Headings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0E3F9-3516-8705-DB54-0338D8A1FA21}"/>
              </a:ext>
            </a:extLst>
          </p:cNvPr>
          <p:cNvSpPr txBox="1"/>
          <p:nvPr/>
        </p:nvSpPr>
        <p:spPr>
          <a:xfrm>
            <a:off x="3103122" y="1935804"/>
            <a:ext cx="65856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63B7C6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project successfully visualizes complex election data using Power BI.</a:t>
            </a:r>
          </a:p>
          <a:p>
            <a:pPr marL="285750" indent="-285750">
              <a:buClr>
                <a:srgbClr val="63B7C6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rgbClr val="63B7C6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reveals trends in </a:t>
            </a:r>
            <a:r>
              <a:rPr lang="en-US" b="1" dirty="0">
                <a:solidFill>
                  <a:schemeClr val="bg1"/>
                </a:solidFill>
              </a:rPr>
              <a:t>voter turnout, party performance, gender imbalance, and regional dominance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rgbClr val="63B7C6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Interactive dashboards support </a:t>
            </a:r>
            <a:r>
              <a:rPr lang="en-US" b="1" dirty="0">
                <a:solidFill>
                  <a:schemeClr val="bg1"/>
                </a:solidFill>
              </a:rPr>
              <a:t>data-driven decision making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rgbClr val="63B7C6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project demonstrates the power of </a:t>
            </a:r>
            <a:r>
              <a:rPr lang="en-US" b="1" dirty="0">
                <a:solidFill>
                  <a:schemeClr val="bg1"/>
                </a:solidFill>
              </a:rPr>
              <a:t>data visualization in understanding democratic processes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07208"/>
            <a:ext cx="12191999" cy="1243584"/>
          </a:xfrm>
        </p:spPr>
        <p:txBody>
          <a:bodyPr/>
          <a:lstStyle/>
          <a:p>
            <a:pPr algn="ctr"/>
            <a:r>
              <a:rPr lang="en-US" sz="7200" dirty="0"/>
              <a:t>Thank You 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382</TotalTime>
  <Words>227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League Spartan</vt:lpstr>
      <vt:lpstr>Poppins</vt:lpstr>
      <vt:lpstr>Poppins Bold</vt:lpstr>
      <vt:lpstr>Trade Gothic LT Pro</vt:lpstr>
      <vt:lpstr>Trebuchet MS</vt:lpstr>
      <vt:lpstr>Trebuchet MS (Headings)</vt:lpstr>
      <vt:lpstr>Office Theme</vt:lpstr>
      <vt:lpstr>ELECTVIZ</vt:lpstr>
      <vt:lpstr>Introduction</vt:lpstr>
      <vt:lpstr>System Design and Workflow</vt:lpstr>
      <vt:lpstr>Features Enhancement</vt:lpstr>
      <vt:lpstr>Dashboard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Priyadarshini V</dc:creator>
  <cp:lastModifiedBy>Bhavishya Priyadarshini V</cp:lastModifiedBy>
  <cp:revision>1</cp:revision>
  <dcterms:created xsi:type="dcterms:W3CDTF">2026-02-09T12:34:17Z</dcterms:created>
  <dcterms:modified xsi:type="dcterms:W3CDTF">2026-02-10T13:16:24Z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