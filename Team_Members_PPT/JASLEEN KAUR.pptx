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erriweather Sans Bold" charset="1" panose="00000800000000000000"/>
      <p:regular r:id="rId14"/>
    </p:embeddedFont>
    <p:embeddedFont>
      <p:font typeface="Merriweather Sans" charset="1" panose="00000500000000000000"/>
      <p:regular r:id="rId15"/>
    </p:embeddedFont>
    <p:embeddedFont>
      <p:font typeface="Monda" charset="1" panose="02000503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58657" y="2432748"/>
            <a:ext cx="13195816" cy="388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4"/>
              </a:lnSpc>
            </a:pPr>
            <a:r>
              <a:rPr lang="en-US" b="true" sz="5545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ELECTVIZ </a:t>
            </a:r>
            <a:r>
              <a:rPr lang="en-US" sz="5545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</a:p>
          <a:p>
            <a:pPr algn="ctr">
              <a:lnSpc>
                <a:spcPts val="7764"/>
              </a:lnSpc>
            </a:pPr>
            <a:r>
              <a:rPr lang="en-US" b="true" sz="5545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ELECTION DATA VISUALIZATION FOR MEDIA</a:t>
            </a:r>
          </a:p>
          <a:p>
            <a:pPr algn="ctr">
              <a:lnSpc>
                <a:spcPts val="77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062982" y="5564479"/>
            <a:ext cx="10162036" cy="234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Mentor: Mrs. Nityashree S J</a:t>
            </a:r>
          </a:p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Submitted by: Jasleen Kaur (Team C)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98527" y="719606"/>
            <a:ext cx="7464253" cy="108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91"/>
              </a:lnSpc>
            </a:pPr>
            <a:r>
              <a:rPr lang="en-US" b="true" sz="6351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31964" y="2379657"/>
            <a:ext cx="12997379" cy="672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ElectViz is an interactive election data visualization project developed as part of our internship. The project focuses on analyzingand presenting large-scale Indian election data using Power BI to uncover meaningful patterns and trends.</a:t>
            </a:r>
          </a:p>
          <a:p>
            <a:pPr algn="l">
              <a:lnSpc>
                <a:spcPts val="4432"/>
              </a:lnSpc>
            </a:pP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The primary objective of ElectViz is to transform complex election datasets into clear, intuitive, and visually engaging dashboards.</a:t>
            </a:r>
          </a:p>
          <a:p>
            <a:pPr algn="l">
              <a:lnSpc>
                <a:spcPts val="4432"/>
              </a:lnSpc>
            </a:pPr>
          </a:p>
          <a:p>
            <a:pPr algn="l">
              <a:lnSpc>
                <a:spcPts val="4432"/>
              </a:lnSpc>
              <a:spcBef>
                <a:spcPct val="0"/>
              </a:spcBef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By combining data analytics with effective visualization techniques, the project demonstrates how data-driven insights can enhance political reporting and support informed interpretation of election out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80022" y="942975"/>
            <a:ext cx="9946055" cy="157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b="true" sz="452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SYSTEM DESIGN AND WORKFLOW </a:t>
            </a:r>
          </a:p>
          <a:p>
            <a:pPr algn="ctr">
              <a:lnSpc>
                <a:spcPts val="632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49021" y="2204282"/>
            <a:ext cx="15019746" cy="719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1.Data Collection: Historical Indian general election dataset containing state, year, constituency, candidate, party, votes, and elector details collected from Kaggle [https://www.kaggle.com/datasets/awadhi123/indian-election-dataset]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●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2.Data Preprocessing: Data cleaning and transformation performed in Power BI Power Query where we Handled missing values, standardized party names, and formatted data types.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●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3.Creation of custom columns: Added Region (North, South, East, West) and Voter Turnout Percentage (Votes Polled / Electors × 100)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●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4.Data Modeling: Establishing relationships between fields such as State, Year, Party, and Constituency.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●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5.Data Visualization: Designing interactive dashboards using charts, tables, maps, slicers, and KPIs while implementing filters and drill-through features for detailed analysis.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●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6.Insight Generation: Identification of voting trends, party dominance, gender participation, and regional performance.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9951" y="933450"/>
            <a:ext cx="14399392" cy="86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9"/>
              </a:lnSpc>
            </a:pPr>
            <a:r>
              <a:rPr lang="en-US" b="true" sz="5042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FUTURE ENHANCEMENT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1385" y="2511790"/>
            <a:ext cx="13785230" cy="718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•Extend the project to include real-time and post-election data integration, enabling timely analysis and live election monitoring.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•Enhance dashboards with demographic and socio-economic indicators such as population, literacy rate, and urban–rural distribution to provide deeper electoral context.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•Improve interactivity by enabling deeper drill-down capabilities from national-level summaries to state, constituency, and candidate-level insights.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•Implement AI-powered insight generation to automatically highlight key patterns, anomalies, and significant changes in election outcomes.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•Expand accessibility through mobile-responsive dashboards and role-based views for analysts, media professionals, and the general public.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•Strengthen data validation and governance mechanisms to ensure accuracy, consistency, and scalability as datasets grow.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9419" y="1795963"/>
            <a:ext cx="7040228" cy="4039962"/>
          </a:xfrm>
          <a:custGeom>
            <a:avLst/>
            <a:gdLst/>
            <a:ahLst/>
            <a:cxnLst/>
            <a:rect r="r" b="b" t="t" l="l"/>
            <a:pathLst>
              <a:path h="4039962" w="7040228">
                <a:moveTo>
                  <a:pt x="0" y="0"/>
                </a:moveTo>
                <a:lnTo>
                  <a:pt x="7040228" y="0"/>
                </a:lnTo>
                <a:lnTo>
                  <a:pt x="7040228" y="4039962"/>
                </a:lnTo>
                <a:lnTo>
                  <a:pt x="0" y="4039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795963"/>
            <a:ext cx="7174415" cy="4039962"/>
          </a:xfrm>
          <a:custGeom>
            <a:avLst/>
            <a:gdLst/>
            <a:ahLst/>
            <a:cxnLst/>
            <a:rect r="r" b="b" t="t" l="l"/>
            <a:pathLst>
              <a:path h="4039962" w="7174415">
                <a:moveTo>
                  <a:pt x="0" y="0"/>
                </a:moveTo>
                <a:lnTo>
                  <a:pt x="7174415" y="0"/>
                </a:lnTo>
                <a:lnTo>
                  <a:pt x="7174415" y="4039962"/>
                </a:lnTo>
                <a:lnTo>
                  <a:pt x="0" y="4039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89419" y="6073588"/>
            <a:ext cx="7040228" cy="4003267"/>
          </a:xfrm>
          <a:custGeom>
            <a:avLst/>
            <a:gdLst/>
            <a:ahLst/>
            <a:cxnLst/>
            <a:rect r="r" b="b" t="t" l="l"/>
            <a:pathLst>
              <a:path h="4003267" w="7040228">
                <a:moveTo>
                  <a:pt x="0" y="0"/>
                </a:moveTo>
                <a:lnTo>
                  <a:pt x="7040228" y="0"/>
                </a:lnTo>
                <a:lnTo>
                  <a:pt x="7040228" y="4003267"/>
                </a:lnTo>
                <a:lnTo>
                  <a:pt x="0" y="4003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6040610"/>
            <a:ext cx="7174415" cy="4069223"/>
          </a:xfrm>
          <a:custGeom>
            <a:avLst/>
            <a:gdLst/>
            <a:ahLst/>
            <a:cxnLst/>
            <a:rect r="r" b="b" t="t" l="l"/>
            <a:pathLst>
              <a:path h="4069223" w="7174415">
                <a:moveTo>
                  <a:pt x="0" y="0"/>
                </a:moveTo>
                <a:lnTo>
                  <a:pt x="7174415" y="0"/>
                </a:lnTo>
                <a:lnTo>
                  <a:pt x="7174415" y="4069223"/>
                </a:lnTo>
                <a:lnTo>
                  <a:pt x="0" y="40692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9419" y="454281"/>
            <a:ext cx="14399392" cy="86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9"/>
              </a:lnSpc>
            </a:pPr>
            <a:r>
              <a:rPr lang="en-US" b="true" sz="5042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SNAPSHOTS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9419" y="1663251"/>
            <a:ext cx="7654581" cy="4337238"/>
          </a:xfrm>
          <a:custGeom>
            <a:avLst/>
            <a:gdLst/>
            <a:ahLst/>
            <a:cxnLst/>
            <a:rect r="r" b="b" t="t" l="l"/>
            <a:pathLst>
              <a:path h="4337238" w="7654581">
                <a:moveTo>
                  <a:pt x="0" y="0"/>
                </a:moveTo>
                <a:lnTo>
                  <a:pt x="7654581" y="0"/>
                </a:lnTo>
                <a:lnTo>
                  <a:pt x="7654581" y="4337238"/>
                </a:lnTo>
                <a:lnTo>
                  <a:pt x="0" y="43372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2691" y="1663251"/>
            <a:ext cx="7761374" cy="4337238"/>
          </a:xfrm>
          <a:custGeom>
            <a:avLst/>
            <a:gdLst/>
            <a:ahLst/>
            <a:cxnLst/>
            <a:rect r="r" b="b" t="t" l="l"/>
            <a:pathLst>
              <a:path h="4337238" w="7761374">
                <a:moveTo>
                  <a:pt x="0" y="0"/>
                </a:moveTo>
                <a:lnTo>
                  <a:pt x="7761374" y="0"/>
                </a:lnTo>
                <a:lnTo>
                  <a:pt x="7761374" y="4337238"/>
                </a:lnTo>
                <a:lnTo>
                  <a:pt x="0" y="4337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14524" y="6249597"/>
            <a:ext cx="7058952" cy="4037403"/>
          </a:xfrm>
          <a:custGeom>
            <a:avLst/>
            <a:gdLst/>
            <a:ahLst/>
            <a:cxnLst/>
            <a:rect r="r" b="b" t="t" l="l"/>
            <a:pathLst>
              <a:path h="4037403" w="7058952">
                <a:moveTo>
                  <a:pt x="0" y="0"/>
                </a:moveTo>
                <a:lnTo>
                  <a:pt x="7058952" y="0"/>
                </a:lnTo>
                <a:lnTo>
                  <a:pt x="7058952" y="4037403"/>
                </a:lnTo>
                <a:lnTo>
                  <a:pt x="0" y="40374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6" t="0" r="-25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44304" y="454281"/>
            <a:ext cx="14399392" cy="86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9"/>
              </a:lnSpc>
            </a:pPr>
            <a:r>
              <a:rPr lang="en-US" b="true" sz="5042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SNAPSHOTS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983125"/>
            <a:ext cx="11228195" cy="163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75"/>
              </a:lnSpc>
            </a:pPr>
            <a:r>
              <a:rPr lang="en-US" sz="95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80448" y="3317043"/>
            <a:ext cx="12848894" cy="61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The ElectViz: Election Data Visualization for Media project successfully demonstrates how data analytics and visualization canconvert complex election datasets into meaningful and actionable insights. By leveraging Power BI, the project transforms large-scale Indian election data into interactive dashboards.</a:t>
            </a:r>
          </a:p>
          <a:p>
            <a:pPr algn="ctr">
              <a:lnSpc>
                <a:spcPts val="4432"/>
              </a:lnSpc>
            </a:pPr>
          </a:p>
          <a:p>
            <a:pPr algn="ctr">
              <a:lnSpc>
                <a:spcPts val="4432"/>
              </a:lnSpc>
              <a:spcBef>
                <a:spcPct val="0"/>
              </a:spcBef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Overall, ElectViz enhances political reporting by enabling fact-based storytelling and informed interpretation of election outcomes. It lays a strong foundation for future extensions such as real-time election tracking and predictive 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962424"/>
            <a:ext cx="14595024" cy="212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DAHA7flAPao</dc:identifier>
  <dcterms:modified xsi:type="dcterms:W3CDTF">2011-08-01T06:04:30Z</dcterms:modified>
  <cp:revision>1</cp:revision>
  <dc:title>Blue Professional Geometric Presentation</dc:title>
</cp:coreProperties>
</file>